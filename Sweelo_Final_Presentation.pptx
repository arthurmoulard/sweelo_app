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2E"/>
                </a:solidFill>
                <a:latin typeface="Arial"/>
              </a:rPr>
              <a:t>Test suite (70)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3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ECDC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Integration (45)</c:v>
                </c:pt>
                <c:pt idx="1">
                  <c:v>Unit (25)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</c:v>
                </c:pt>
                <c:pt idx="1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A6A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(Arthur &amp; Valentin) and the project in one line: Sweelo is a sports tracking app crossed with a friends-only social network, for amateur athletes. Portfolio project for Holberton School, built in about 7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charter: the problem (big apps target performance, not motivation), our concept, and the MoSCoW scope: 8 Must-have and 4 Should-have user stories committed, GPS as stretch, smartwatch/social sharing explicitly out of MVP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timeline: ideation, charter, technical documentation (mockups, ERD, sequence diagrams, API spec), then development in sprints, and closure. Highlight key activities: Trello kanban, feature branches with PRs, GitHub Issues for bugs. Mention the deliberate decision to keep a lean stack to learn the fundamentals.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3 tiers: PWA client (vanilla JS, installable), Flask REST API (31 endpoints in 6 namespaces, JWT with a token blocklist so logout really revokes tokens, bcrypt for passwords), SQLAlchemy over SQLite in dev with MySQL planned in prod. Zoom on the moderation pipeline: content goes through the OpenAI Moderation API before insertion; the integration is isolated in a service and mocked in tests. Mention layering (repositories/services/facade).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one or two to expand depending on time. Good candidates: walk through the moderation service code path, or show the CI pipeline logs. These four points are what makes the MVP solid rather than just functional.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TIME. Rehearsed path: create account → log a run → switch to second account → like + comment → try posting a toxic comment (blocked by moderation) → report a post → admin processes the report. Keep a recorded screencast as backup in case of network issues. Assign: Arthur drives the app, Valentin narrates.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to charter: 100% of committed scope shipped (12/12 stories). Back it with engineering metrics: 31 endpoints, 70 green tests, CI, and total moderation coverage. Be transparent about what was deferred (GPS) and what was excluded by design — that's scope discipline, not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went well and WHY (communication and listening kept decisions collaborative; adaptability; clean task split; result = quality MVP). Right: the three challenges and their concrete resolutions — peer coding for the redirection bugs, documentation work for the moderation API, and Trello to fix time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Retro meeting takeaways, framed as improvements: planning tool from day one (the single thing we'd change if restarting), written traces of bugs/decisions/tests, cleaner branches and more peer coding, and a React+Vite migration for a future iteration. Close with what each of us grew on: Arthur on front-end JS, Valentin on front-end overall.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recap in one sentence (shipped 100% of committed scope with quality), name the next steps (deploy, GPS, React/Vite), thank the tutors and the audience,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arthurmoulard/Sweelo_APP" TargetMode="External"/><Relationship Id="rId7" Type="http://schemas.openxmlformats.org/officeDocument/2006/relationships/hyperlink" Target="https://www.holbertonschool.com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C1428"/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3108960"/>
            <a:ext cx="3291840" cy="3291840"/>
          </a:xfrm>
          <a:prstGeom prst="ellipse">
            <a:avLst/>
          </a:prstGeom>
          <a:solidFill>
            <a:srgbClr val="10202B"/>
          </a:solidFill>
          <a:ln/>
        </p:spPr>
      </p:sp>
      <p:sp>
        <p:nvSpPr>
          <p:cNvPr id="4" name="Shape 2"/>
          <p:cNvSpPr/>
          <p:nvPr/>
        </p:nvSpPr>
        <p:spPr>
          <a:xfrm>
            <a:off x="4224528" y="713232"/>
            <a:ext cx="694944" cy="694944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87782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4813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SWEELO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 Share. </a:t>
            </a:r>
            <a:pPr algn="ctr" indent="0" marL="0">
              <a:buNone/>
            </a:pPr>
            <a:r>
              <a:rPr lang="en-US" sz="2000" i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together.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7249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tracking &amp; social network for amateur athletes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 — Portfolio Project, Holberton School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Arthur Moulard</a:t>
            </a:r>
            <a:pPr algn="ctr" indent="0" marL="0">
              <a:buNone/>
            </a:pPr>
            <a:r>
              <a:rPr lang="en-US" sz="14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Valentin Pasquiet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–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Charter &amp; MVP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Sweelo exists and what we committed to build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problem. </a:t>
            </a:r>
            <a:pPr indent="0" marL="0">
              <a:buNone/>
            </a:pPr>
            <a:r>
              <a:rPr lang="en-US" sz="13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tracking apps are built for performance — rankings, segments, premium plans. Amateur athletes mostly need one thing: motivation.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17627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answer. </a:t>
            </a:r>
            <a:pPr indent="0" marL="0">
              <a:buNone/>
            </a:pPr>
            <a:r>
              <a:rPr lang="en-US" sz="13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free PWA: log a workout in seconds, follow your friends' activities, and cheer each other on — inside a healthy, AI-moderated community.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310128"/>
            <a:ext cx="457200" cy="45720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4107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3467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5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motivation, not competition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0" y="114300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0352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MoSCoW prioritization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03520" y="16916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(8)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1691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(JWT), activity log, history, social feed, reporting, AI moderation, admin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0" y="24048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(4)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240487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Friends, likes &amp; comments, report review, content deletion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03520" y="31181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(1)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31181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GPS tracking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03520" y="383133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(2)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83133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 sync, external social sharing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— From Idea to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over ≈ 7 weeks (May 21 → July 3, 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901952"/>
            <a:ext cx="6583680" cy="0"/>
          </a:xfrm>
          <a:prstGeom prst="line">
            <a:avLst/>
          </a:prstGeom>
          <a:noFill/>
          <a:ln w="19050">
            <a:solidFill>
              <a:srgbClr val="2A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27632"/>
            <a:ext cx="548640" cy="548640"/>
          </a:xfrm>
          <a:prstGeom prst="ellipse">
            <a:avLst/>
          </a:prstGeom>
          <a:solidFill>
            <a:srgbClr val="1616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" y="26060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pick the concept, define the team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06624" y="1627632"/>
            <a:ext cx="548640" cy="548640"/>
          </a:xfrm>
          <a:prstGeom prst="ellipse">
            <a:avLst/>
          </a:prstGeom>
          <a:solidFill>
            <a:srgbClr val="161625"/>
          </a:solidFill>
          <a:ln/>
        </p:spPr>
      </p:sp>
      <p:sp>
        <p:nvSpPr>
          <p:cNvPr id="10" name="Text 8"/>
          <p:cNvSpPr/>
          <p:nvPr/>
        </p:nvSpPr>
        <p:spPr>
          <a:xfrm>
            <a:off x="270662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30552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Charter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30552" y="26060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Objectives, scope, MoSCoW user stories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07408" y="1627632"/>
            <a:ext cx="548640" cy="548640"/>
          </a:xfrm>
          <a:prstGeom prst="ellipse">
            <a:avLst/>
          </a:prstGeom>
          <a:solidFill>
            <a:srgbClr val="161625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31336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31336" y="26060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Mockups, architecture, DB schema, API specs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08192" y="1627632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Development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32120" y="26060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on Trello, peer coding, code reviews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08976" y="1627632"/>
            <a:ext cx="548640" cy="548640"/>
          </a:xfrm>
          <a:prstGeom prst="ellipse">
            <a:avLst/>
          </a:prstGeom>
          <a:solidFill>
            <a:srgbClr val="161625"/>
          </a:solidFill>
          <a:ln/>
        </p:spPr>
      </p:sp>
      <p:sp>
        <p:nvSpPr>
          <p:cNvPr id="22" name="Text 20"/>
          <p:cNvSpPr/>
          <p:nvPr/>
        </p:nvSpPr>
        <p:spPr>
          <a:xfrm>
            <a:off x="7808976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32904" y="233172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32904" y="260604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CI green, retrospective, landing page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3776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83" y="3860963"/>
            <a:ext cx="215067" cy="21506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15568" y="3767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rhythm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15568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planning, reviews &amp; retros on Trello (adopted mid-project — more on that later)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91840" y="36118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456432" y="3776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923" y="3860963"/>
            <a:ext cx="215067" cy="21506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950208" y="3767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workflow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3950208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branches, PRs on GitHub, bugs tracked as GitHub Issues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126480" y="36118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291072" y="3776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563" y="3860963"/>
            <a:ext cx="215067" cy="215067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784848" y="3767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6784848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the stack lean (Flask + vanilla JS) to master every layer ourselves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 3-tier REST architecture with an external moderation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81" y="1538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— Vanilla JS PWA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23042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app, service worker,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stored client-side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29000" y="123444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1538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REST API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20440" y="23042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Flask-RESTX · 31 endpoints / 6 namespaces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+ token blocklist · bcrypt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00800" y="123444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948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181" y="1538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2029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— SQLAlchemy ORM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92240" y="23042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in dev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planned for production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743200" y="17830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JSON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2761488" y="2029968"/>
            <a:ext cx="649224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headEnd type="arrow"/>
            <a:tailEnd type="arrow"/>
          </a:ln>
        </p:spPr>
      </p:sp>
      <p:sp>
        <p:nvSpPr>
          <p:cNvPr id="21" name="Text 16"/>
          <p:cNvSpPr/>
          <p:nvPr/>
        </p:nvSpPr>
        <p:spPr>
          <a:xfrm>
            <a:off x="5733288" y="1783080"/>
            <a:ext cx="649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733288" y="2029968"/>
            <a:ext cx="649224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headEnd type="arrow"/>
            <a:tailEnd type="arrow"/>
          </a:ln>
        </p:spPr>
      </p:sp>
      <p:sp>
        <p:nvSpPr>
          <p:cNvPr id="23" name="Shape 18"/>
          <p:cNvSpPr/>
          <p:nvPr/>
        </p:nvSpPr>
        <p:spPr>
          <a:xfrm>
            <a:off x="457200" y="31089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AF9F7"/>
          </a:solidFill>
          <a:ln/>
        </p:spPr>
      </p:sp>
      <p:sp>
        <p:nvSpPr>
          <p:cNvPr id="24" name="Shape 19"/>
          <p:cNvSpPr/>
          <p:nvPr/>
        </p:nvSpPr>
        <p:spPr>
          <a:xfrm>
            <a:off x="658368" y="33101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1071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80160" y="321868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pipeline:  </a:t>
            </a:r>
            <a:pPr indent="0" marL="0">
              <a:buNone/>
            </a:pPr>
            <a:r>
              <a:rPr lang="en-US" sz="12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&amp; comment  →  OpenAI Moderation API  →  blocked if toxic, inserted if clean — isolated in a service, mocked in tests.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decisions:  </a:t>
            </a:r>
            <a:pPr indent="0" marL="0">
              <a:buNone/>
            </a:pPr>
            <a:r>
              <a:rPr lang="en-US" sz="11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Flask-RESTX for self-documented endpoints · repository/service/facade layering · JWT blocklist for real logout · SQLite → MySQL migration path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parts of the codebase we're most proud of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89888"/>
            <a:ext cx="457200" cy="457200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89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moderation built-in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17190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posts and comments screened before they ever reach the database; one-click reporting and an admin review queue on top.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389888"/>
            <a:ext cx="457200" cy="45720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4904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89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authentication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532120" y="171907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access tokens with a server-side blocklist — logout actually revokes; passwords hashed with bcrypt, never stored in clear.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172968"/>
            <a:ext cx="457200" cy="457200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735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1729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automated tests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80160" y="350215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integration + 25 unit tests (pytest), run on an in-memory database. External APIs mocked for deterministic runs.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6857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10328" y="3172968"/>
            <a:ext cx="457200" cy="457200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2735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1729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on every push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532120" y="350215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pipeline: flake8 lint + full pytest suite on each push and pull request, whatever the branch.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371600"/>
            <a:ext cx="3657600" cy="3657600"/>
          </a:xfrm>
          <a:prstGeom prst="ellipse">
            <a:avLst/>
          </a:prstGeom>
          <a:solidFill>
            <a:srgbClr val="1C14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in action — core user journey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&amp; log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00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issued, protected routes unlocked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 activity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50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sports — with or without distance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feed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Friends' workouts, likes &amp; comments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6667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in 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 comment blocked · report flow · admin panel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141732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161625"/>
          </a:solidFill>
          <a:ln w="19050">
            <a:solidFill>
              <a:srgbClr val="2A2A4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377440"/>
            <a:ext cx="640080" cy="6400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778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the app here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778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(live demo — or backup screencast if the network fails)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measured against the Project Charter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user stories delivered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Must + 4 Should — 100% of MVP 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234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6 API namespaces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tests, all green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integration + 25 unit (pytest)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47472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screened by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995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insertion in the database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126480" y="1371600"/>
          <a:ext cx="26517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deferred: GPS tracking (Could-have) — the natural next step. Smartwatch sync &amp; social sharing stayed out of scope as planned.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well, and the walls we hit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63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— </a:t>
            </a:r>
            <a:pPr indent="0" marL="0">
              <a:buNone/>
            </a:pPr>
            <a:r>
              <a:rPr lang="en-US" sz="11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was heard, weighed and challenged constructively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26771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 — </a:t>
            </a:r>
            <a:pPr indent="0" marL="0">
              <a:buNone/>
            </a:pPr>
            <a:r>
              <a:rPr lang="en-US" sz="11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changed course quickly when something didn't work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9067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307238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distribution — </a:t>
            </a:r>
            <a:pPr indent="0" marL="0">
              <a:buNone/>
            </a:pPr>
            <a:r>
              <a:rPr lang="en-US" sz="11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split, few blocking dependencies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9534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87705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quality — </a:t>
            </a:r>
            <a:pPr indent="0" marL="0">
              <a:buNone/>
            </a:pPr>
            <a:r>
              <a:rPr lang="en-US" sz="11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tested, moderated — quality over feature count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75488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→ how we solved them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4754880" y="146304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937760" y="1572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Redirection bugs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fixed together in a dedicated peer-coding session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54880" y="2542032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937760" y="2651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Moderation API learning curve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deep dive into the docs; isolated in a service, mocked in tests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754880" y="3621024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937760" y="37307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behind schedule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adopted Trello mid-project → caught up and held the sprint rhythm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Retrospective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take away for the next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298448"/>
          </a:xfrm>
          <a:prstGeom prst="roundRect">
            <a:avLst>
              <a:gd name="adj" fmla="val 8451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20624" cy="42062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617" y="14641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353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from day one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07008" y="1645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 only arrived mid-project. Starting with it would have avoided most organization and sprint-pacing issues.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298448"/>
          </a:xfrm>
          <a:prstGeom prst="roundRect">
            <a:avLst>
              <a:gd name="adj" fmla="val 8451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371600"/>
            <a:ext cx="420624" cy="420624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577" y="146413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353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things down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58968" y="1645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written traces of decisions, bugs found &amp; fixed, and tests — don't rely on memory and conversations.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57200" y="2670048"/>
            <a:ext cx="3977640" cy="1298448"/>
          </a:xfrm>
          <a:prstGeom prst="roundRect">
            <a:avLst>
              <a:gd name="adj" fmla="val 8451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EAF9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7" y="294546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Git habits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07008" y="3127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consistent branch organization, plus more frequent peer-coding sessions.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709160" y="2670048"/>
            <a:ext cx="3977640" cy="1298448"/>
          </a:xfrm>
          <a:prstGeom prst="roundRect">
            <a:avLst>
              <a:gd name="adj" fmla="val 8451"/>
            </a:avLst>
          </a:prstGeom>
          <a:solidFill>
            <a:srgbClr val="F6F6FA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2852928"/>
            <a:ext cx="420624" cy="420624"/>
          </a:xfrm>
          <a:prstGeom prst="ellipse">
            <a:avLst/>
          </a:prstGeom>
          <a:solidFill>
            <a:srgbClr val="FFF1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577" y="294546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58968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stack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58968" y="31272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future iteration: move the front end to React + Vite; invest earlier in error-message UX.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7200" y="42245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AF9F7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2245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growth:  </a:t>
            </a:r>
            <a:pPr indent="0" marL="0">
              <a:buNone/>
            </a:pPr>
            <a:r>
              <a:rPr lang="en-US" sz="1200" dirty="0">
                <a:solidFill>
                  <a:srgbClr val="6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Arthur — front-end JavaScript.   Valentin — front-end development overall.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3474720" cy="3474720"/>
          </a:xfrm>
          <a:prstGeom prst="ellipse">
            <a:avLst/>
          </a:prstGeom>
          <a:solidFill>
            <a:srgbClr val="10202B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1554480"/>
            <a:ext cx="3566160" cy="3566160"/>
          </a:xfrm>
          <a:prstGeom prst="ellipse">
            <a:avLst/>
          </a:prstGeom>
          <a:solidFill>
            <a:srgbClr val="1C14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for Sweelo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73936" y="2487168"/>
            <a:ext cx="475488" cy="475488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8543" y="2591775"/>
            <a:ext cx="266273" cy="2662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3264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+ hosted API &amp; PWA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29000" y="233172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79976" y="2487168"/>
            <a:ext cx="475488" cy="475488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583" y="2591775"/>
            <a:ext cx="266273" cy="26627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tracking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20440" y="3264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deferred Could-have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35040" y="233172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161625"/>
          </a:solidFill>
          <a:ln w="12700">
            <a:solidFill>
              <a:srgbClr val="2A2A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986016" y="2487168"/>
            <a:ext cx="475488" cy="475488"/>
          </a:xfrm>
          <a:prstGeom prst="ellipse">
            <a:avLst/>
          </a:prstGeom>
          <a:solidFill>
            <a:srgbClr val="2626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623" y="25917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126480" y="3264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migration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3977640"/>
            <a:ext cx="292608" cy="292608"/>
          </a:xfrm>
          <a:prstGeom prst="rect">
            <a:avLst/>
          </a:prstGeom>
        </p:spPr>
      </p:pic>
      <p:sp>
        <p:nvSpPr>
          <p:cNvPr id="23" name="Text 17">
            <a:hlinkClick r:id="rId5" tooltip=""/>
          </p:cNvPr>
          <p:cNvSpPr/>
          <p:nvPr/>
        </p:nvSpPr>
        <p:spPr>
          <a:xfrm>
            <a:off x="2834640" y="3977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github.com/arthurmoulard/Sweelo_APP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370832"/>
            <a:ext cx="292608" cy="292608"/>
          </a:xfrm>
          <a:prstGeom prst="rect">
            <a:avLst/>
          </a:prstGeom>
        </p:spPr>
      </p:pic>
      <p:sp>
        <p:nvSpPr>
          <p:cNvPr id="25" name="Text 18">
            <a:hlinkClick r:id="rId7" tooltip=""/>
          </p:cNvPr>
          <p:cNvSpPr/>
          <p:nvPr/>
        </p:nvSpPr>
        <p:spPr>
          <a:xfrm>
            <a:off x="2834640" y="43708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F0F0F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 Project — Holberton School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Arthur Moulard  ·  Valentin Pasquiet  —  May–July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Sweelo — Final Project Presentation</dc:title>
  <dc:subject>PptxGenJS Presentation</dc:subject>
  <dc:creator>Arthur Moulard &amp; Valentin Pasquiet</dc:creator>
  <cp:lastModifiedBy>Arthur Moulard &amp; Valentin Pasquiet</cp:lastModifiedBy>
  <cp:revision>1</cp:revision>
  <dcterms:created xsi:type="dcterms:W3CDTF">2026-07-10T14:43:22Z</dcterms:created>
  <dcterms:modified xsi:type="dcterms:W3CDTF">2026-07-10T14:43:22Z</dcterms:modified>
</cp:coreProperties>
</file>